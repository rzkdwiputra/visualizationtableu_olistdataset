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AssignmentDayExtraClass2-WebDashboardDevelopmentusingTableau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D6014AC-45A5-4317-A90D-F270A815394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Assignment Day Extra Class 2 - Web Dashboard Development using Tableau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25250F3-25BC-47C5-8B5E-BD3280DF608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7/7/2026 5:08:46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- Revenue" id="2" name="slide2">
            <a:extLst>
              <a:ext uri="{FF2B5EF4-FFF2-40B4-BE49-F238E27FC236}">
                <a16:creationId xmlns:a16="http://schemas.microsoft.com/office/drawing/2014/main" id="{89F6AF91-DC81-4DAC-A998-9A541E615D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862262"/>
            <a:ext cx="7620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- Orders" id="3" name="slide3">
            <a:extLst>
              <a:ext uri="{FF2B5EF4-FFF2-40B4-BE49-F238E27FC236}">
                <a16:creationId xmlns:a16="http://schemas.microsoft.com/office/drawing/2014/main" id="{A182205E-8425-4EB7-B927-3309A69E18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0" y="2862262"/>
            <a:ext cx="5715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- Customer" id="4" name="slide4">
            <a:extLst>
              <a:ext uri="{FF2B5EF4-FFF2-40B4-BE49-F238E27FC236}">
                <a16:creationId xmlns:a16="http://schemas.microsoft.com/office/drawing/2014/main" id="{60FADED4-8DF1-444F-9B5F-B7E5A3B47E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0" y="2862262"/>
            <a:ext cx="5715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10 Sellers" id="5" name="slide5">
            <a:extLst>
              <a:ext uri="{FF2B5EF4-FFF2-40B4-BE49-F238E27FC236}">
                <a16:creationId xmlns:a16="http://schemas.microsoft.com/office/drawing/2014/main" id="{0CE57F26-5A9D-4D9C-A606-C75D6F1EE9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16" y="0"/>
            <a:ext cx="117019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Trend" id="6" name="slide6">
            <a:extLst>
              <a:ext uri="{FF2B5EF4-FFF2-40B4-BE49-F238E27FC236}">
                <a16:creationId xmlns:a16="http://schemas.microsoft.com/office/drawing/2014/main" id="{0DA0A0CA-0F62-4E9B-9022-7BE494D6DE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32" y="0"/>
            <a:ext cx="1167693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by Loc" id="7" name="slide7">
            <a:extLst>
              <a:ext uri="{FF2B5EF4-FFF2-40B4-BE49-F238E27FC236}">
                <a16:creationId xmlns:a16="http://schemas.microsoft.com/office/drawing/2014/main" id="{0781A176-60C5-4BAC-95E0-9E07D3CF2C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65" y="0"/>
            <a:ext cx="1098746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10 Customer Sellest" id="8" name="slide8">
            <a:extLst>
              <a:ext uri="{FF2B5EF4-FFF2-40B4-BE49-F238E27FC236}">
                <a16:creationId xmlns:a16="http://schemas.microsoft.com/office/drawing/2014/main" id="{B96074A0-E894-462D-856F-A6058C9AEAD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832" y="0"/>
            <a:ext cx="515633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yment Type Percentage" id="9" name="slide9">
            <a:extLst>
              <a:ext uri="{FF2B5EF4-FFF2-40B4-BE49-F238E27FC236}">
                <a16:creationId xmlns:a16="http://schemas.microsoft.com/office/drawing/2014/main" id="{94F668E6-4DE9-42A8-BCCA-62316CFE0FF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32" y="0"/>
            <a:ext cx="1167693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10" name="slide10">
            <a:extLst>
              <a:ext uri="{FF2B5EF4-FFF2-40B4-BE49-F238E27FC236}">
                <a16:creationId xmlns:a16="http://schemas.microsoft.com/office/drawing/2014/main" id="{E2F8B0E5-45EC-434A-A836-C3C7C625E1B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2026-07-07T05:08:48Z</dcterms:created>
  <dcterms:modified xsi:type="dcterms:W3CDTF">2026-07-07T05:08:48Z</dcterms:modified>
</cp:coreProperties>
</file>